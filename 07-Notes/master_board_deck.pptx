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3" y="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956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37744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Smart Manufacturing Control Tower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0" y="2377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</a:rPr>
              <a:t>Board brief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229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AI-Driven Smart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Manufacturing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Tower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3232" y="283464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5F0"/>
                </a:solidFill>
              </a:rPr>
              <a:t>Master board deck for the integrated platform spanning predictive maintenance, defect detection, and demand forecasting.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886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399592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5F0"/>
                </a:solidFill>
              </a:rPr>
              <a:t>Risk exposure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77824" y="4215384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$472K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77824" y="4507992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demo run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04872" y="3886200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51176" y="399592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5F0"/>
                </a:solidFill>
              </a:rPr>
              <a:t>Defect 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51176" y="4215384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3.2%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51176" y="4507992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quality view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4828032"/>
            <a:ext cx="150876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7824" y="4937760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5F0"/>
                </a:solidFill>
              </a:rPr>
              <a:t>Forecast accuracy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" y="5157216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87%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7824" y="5449824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planning view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49808" y="57241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D34D"/>
                </a:solidFill>
              </a:rPr>
              <a:t>Board lens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59253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DF5"/>
                </a:solidFill>
              </a:rPr>
              <a:t>•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32688" y="5907024"/>
            <a:ext cx="34747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DF5"/>
                </a:solidFill>
              </a:rPr>
              <a:t>One control tower, not three point solutions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" y="61264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DF5"/>
                </a:solidFill>
              </a:rPr>
              <a:t>•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2688" y="6108192"/>
            <a:ext cx="34747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DF5"/>
                </a:solidFill>
              </a:rPr>
              <a:t>Financial exposure translated from model outputs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9808" y="63276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DF5"/>
                </a:solidFill>
              </a:rPr>
              <a:t>•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32688" y="6309360"/>
            <a:ext cx="34747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DF5"/>
                </a:solidFill>
              </a:rPr>
              <a:t>Clear path from prototype to enterprise deployment</a:t>
            </a:r>
            <a:endParaRPr lang="en-US" sz="1150" dirty="0"/>
          </a:p>
        </p:txBody>
      </p:sp>
      <p:pic>
        <p:nvPicPr>
          <p:cNvPr id="23" name="Image 0" descr="/mnt/data/control_tower_mon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81626"/>
            <a:ext cx="6812280" cy="383190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572000" y="685800"/>
            <a:ext cx="0" cy="56235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0350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Board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1261872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0664" y="137160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Risk exposure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0664" y="159105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$472K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0664" y="2066544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highest concentration in Plant TH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26080" y="1261872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72384" y="137160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High-risk machines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72384" y="159105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1C1C"/>
                </a:solidFill>
              </a:rPr>
              <a:t>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72384" y="2066544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priority maintenance queue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57800" y="1261872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04104" y="137160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Forecast accuracy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04104" y="159105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D4ED8"/>
                </a:solidFill>
              </a:rPr>
              <a:t>87%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04104" y="2066544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room to improve before scale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589520" y="1261872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35824" y="1371600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Defect rate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35824" y="1591056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803D"/>
                </a:solidFill>
              </a:rPr>
              <a:t>3.2%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35824" y="2066544"/>
            <a:ext cx="1901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quality signal is manageable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246888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8952" y="2578608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was built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28163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2798064"/>
            <a:ext cx="306324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Unified dashboard switching between maintenance, quality, and planning.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35295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3511296"/>
            <a:ext cx="306324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Project assets, sample models, and business logic packaged for GitHub publication.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424281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4224528"/>
            <a:ext cx="306324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Interpretive layer converts model outputs into costs, actions, and cross-module observations.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26280" y="2468880"/>
            <a:ext cx="3154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90872" y="25786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36592" y="28163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19472" y="2798064"/>
            <a:ext cx="251460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Moves the portfolio from isolated notebooks into a decision-support product.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36592" y="35295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19472" y="3511296"/>
            <a:ext cx="251460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Demonstrates platform thinking expected at senior digital leadership level.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36592" y="424281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19472" y="4224528"/>
            <a:ext cx="251460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Creates one narrative linking uptime, quality, and planning accuracy.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863840" y="246888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028432" y="2578608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Board ask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65008" y="27889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Approve next phase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83296" y="30449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66176" y="3026664"/>
            <a:ext cx="301752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Connect live source systems (MES / ERP / image capture).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83296" y="37033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266176" y="3685032"/>
            <a:ext cx="301752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Add monitoring, governance, and role-based workflows.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083296" y="43616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266176" y="4343400"/>
            <a:ext cx="301752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Pilot one plant, then scale to enterprise operations.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94360" y="5559552"/>
            <a:ext cx="10972800" cy="621792"/>
          </a:xfrm>
          <a:prstGeom prst="roundRect">
            <a:avLst>
              <a:gd name="adj" fmla="val 8824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7240" y="5760720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Bottom line: the prototype already shows how AI outputs can be translated into operational priorities and board-level economics.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Demo environment built from project sample data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Predictive maintenance — from model score to maintenance decision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1261872"/>
            <a:ext cx="56692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58952" y="1371600"/>
            <a:ext cx="5340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Machine risk distribution</a:t>
            </a:r>
            <a:endParaRPr lang="en-US" sz="1300" dirty="0"/>
          </a:p>
        </p:txBody>
      </p:sp>
      <p:pic>
        <p:nvPicPr>
          <p:cNvPr id="5" name="Image 0" descr="/mnt/data/pm_ris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65923"/>
            <a:ext cx="5212080" cy="29317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48006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502920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51560" y="501091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The demo run concentrates risk in a short queue rather than diffuse low-level noise.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539496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51560" y="537667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That pattern supports executive prioritization: focus scarce engineering time on assets most likely to disrupt operations.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46520" y="1261872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11112" y="1371600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Top machines by stress index</a:t>
            </a:r>
            <a:endParaRPr lang="en-US" sz="1300" dirty="0"/>
          </a:p>
        </p:txBody>
      </p:sp>
      <p:pic>
        <p:nvPicPr>
          <p:cNvPr id="13" name="Image 1" descr="/mnt/data/pm_stress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080" y="1554480"/>
            <a:ext cx="2763520" cy="1554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46520" y="3657600"/>
            <a:ext cx="51206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611112" y="3767328"/>
            <a:ext cx="4791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implication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656832" y="40416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839712" y="4023360"/>
            <a:ext cx="44805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Escalate Plant TH first: it carries the largest share of simulated risk exposure.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56832" y="45537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839712" y="4535424"/>
            <a:ext cx="44805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Bundle the selected-machine view with work-order routing for the next release.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656832" y="50657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839712" y="5047488"/>
            <a:ext cx="448056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Expose maintenance history in the same pane to strengthen engineering trust.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02920" y="647395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Charts built from project sample maintenance data.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Defect detection — quality inspection as an operating lever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1261872"/>
            <a:ext cx="55778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58952" y="1371600"/>
            <a:ext cx="5248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Defect type distribution</a:t>
            </a:r>
            <a:endParaRPr lang="en-US" sz="1300" dirty="0"/>
          </a:p>
        </p:txBody>
      </p:sp>
      <p:pic>
        <p:nvPicPr>
          <p:cNvPr id="5" name="Image 0" descr="/mnt/data/defect_typ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77340"/>
            <a:ext cx="5120640" cy="2880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1261872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19672" y="137160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Average model confidence</a:t>
            </a:r>
            <a:endParaRPr lang="en-US" sz="1300" dirty="0"/>
          </a:p>
        </p:txBody>
      </p:sp>
      <p:pic>
        <p:nvPicPr>
          <p:cNvPr id="8" name="Image 1" descr="/mnt/data/defect_confidence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80210"/>
            <a:ext cx="4754880" cy="26746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4360" y="498348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58952" y="5093208"/>
            <a:ext cx="10643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Board takeaway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41248" y="53309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024128" y="5312664"/>
            <a:ext cx="101955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Inspection AI is framed as a business control: reduce scrap, shorten feedback loops, and improve yield.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841248" y="57332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024128" y="5715000"/>
            <a:ext cx="101955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Next step: connect inspection output to plant / line / shift context so quality events can be traced to upstream conditions.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02920" y="647395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Charts built from sample defect inspection data packaged for the control tower.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Demand forecasting — planning confidence before enterprise scale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1261872"/>
            <a:ext cx="6629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58952" y="1371600"/>
            <a:ext cx="6300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Actual vs forecast (P001)</a:t>
            </a:r>
            <a:endParaRPr lang="en-US" sz="1300" dirty="0"/>
          </a:p>
        </p:txBody>
      </p:sp>
      <p:pic>
        <p:nvPicPr>
          <p:cNvPr id="5" name="Image 0" descr="/mnt/data/demand_forecast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13071"/>
            <a:ext cx="6263640" cy="35232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261872"/>
            <a:ext cx="4160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607808" y="1444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What the chart says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607808" y="17007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90688" y="1682496"/>
            <a:ext cx="35204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The forecast broadly tracks demand direction.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07808" y="21762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90688" y="2157984"/>
            <a:ext cx="35204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The remaining gap is small enough for a pilot, but still material for inventory timing.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06640" y="3273552"/>
            <a:ext cx="4160520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607808" y="34564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AI-generated business insight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07808" y="37124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790688" y="3694176"/>
            <a:ext cx="35204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Trend: increasing demand over the observed period.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607808" y="41879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790688" y="4169664"/>
            <a:ext cx="35204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Bias: mild over-forecasting risk in the sample run.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607808" y="4663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790688" y="4645152"/>
            <a:ext cx="352044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Action: tighten stock policy only after accuracy clears the board threshold.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Demand chart built from sample forecasting data used in the dashboard.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Unified executive control tower — the value is in the connections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1261872"/>
            <a:ext cx="10972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41248" y="14447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Cross-module intelligence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41248" y="17007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4128" y="1682496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If maintenance risk spikes in the same plant where defect rates worsen, leadership has a stronger signal that asset condition is impacting quality.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1579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2139696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If maintenance instability coincides with weak forecasting, planners inherit a double risk: poorer output reliability and weaker inventory timing.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6151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2596896"/>
            <a:ext cx="10195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</a:rPr>
              <a:t>This is why the board should invest in one control tower: separate dashboards do not expose these operational linkages.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5204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" y="363016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Maintenance signal</a:t>
            </a:r>
            <a:endParaRPr lang="en-US" sz="1300" dirty="0"/>
          </a:p>
        </p:txBody>
      </p:sp>
      <p:pic>
        <p:nvPicPr>
          <p:cNvPr id="13" name="Image 0" descr="/mnt/data/pm_ris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" y="3886200"/>
            <a:ext cx="2519680" cy="14173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251960" y="352044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416552" y="3630168"/>
            <a:ext cx="3099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Quality signal</a:t>
            </a:r>
            <a:endParaRPr lang="en-US" sz="1300" dirty="0"/>
          </a:p>
        </p:txBody>
      </p:sp>
      <p:pic>
        <p:nvPicPr>
          <p:cNvPr id="16" name="Image 1" descr="/mnt/data/defect_type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620" y="3886200"/>
            <a:ext cx="2519680" cy="1417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909560" y="3520440"/>
            <a:ext cx="3657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074152" y="3630168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Planning signal</a:t>
            </a:r>
            <a:endParaRPr lang="en-US" sz="1300" dirty="0"/>
          </a:p>
        </p:txBody>
      </p:sp>
      <p:pic>
        <p:nvPicPr>
          <p:cNvPr id="19" name="Image 2" descr="/mnt/data/enterprise_demand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1380" y="3886200"/>
            <a:ext cx="2519680" cy="1417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2920" y="647395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The board narrative improves as more live plant data is connected to the same decision layer.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7680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GitHub and portfolio update — publish the platform, not just the code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94360" y="1261872"/>
            <a:ext cx="54864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58952" y="1371600"/>
            <a:ext cx="5157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GitHub package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Repo title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ai-driven-smart-manufacturing-control-tower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Recommended README sections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39572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24128" y="23774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Business problem and why one control tower matters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27614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4128" y="27432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Module overview: maintenance, quality, demand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31272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24128" y="31089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Architecture, screenshots, and setup instructions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34930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24128" y="34747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Roadmap from demo to enterprise deployment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069080"/>
            <a:ext cx="4617720" cy="1719072"/>
          </a:xfrm>
          <a:prstGeom prst="roundRect">
            <a:avLst>
              <a:gd name="adj" fmla="val 31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4315968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01-Predictive-Maintenance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02-Defect-Detection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03-Demand-Forecasting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04-Executive-Deck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05-Architecture-Diagrams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06-Screenshots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55080" y="1261872"/>
            <a:ext cx="5212080" cy="525780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19672" y="1371600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Portfolio story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1572768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Case study headline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1783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Built an enterprise AI control tower for manufacturing operations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583680" y="230428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Use these portfolio bullets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01968" y="25786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84848" y="2560320"/>
            <a:ext cx="43891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Integrated predictive maintenance, defect detection, and demand forecasting into one decision layer.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01968" y="30906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84848" y="3072384"/>
            <a:ext cx="43891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Translated model outputs into business metrics such as risk exposure, defect rate, and forecast accuracy.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01968" y="36027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•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84848" y="3584448"/>
            <a:ext cx="438912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Framed the product for board-level storytelling and enterprise scale-up.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0" y="45537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Best positioning sentence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83680" y="48006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334155"/>
                </a:solidFill>
              </a:rPr>
              <a:t>"I designed and prototyped an AI-driven smart manufacturing control tower that unifies maintenance, quality, and planning decisions into one executive view."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794</Words>
  <Application>Microsoft Office PowerPoint</Application>
  <PresentationFormat>Widescreen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Smart Manufacturing Control Tower</dc:title>
  <dc:subject>Board deck for AI-driven smart manufacturing control tower</dc:subject>
  <dc:creator>OpenAI</dc:creator>
  <cp:lastModifiedBy>Vincent Eng</cp:lastModifiedBy>
  <cp:revision>1</cp:revision>
  <dcterms:created xsi:type="dcterms:W3CDTF">2026-04-04T03:48:33Z</dcterms:created>
  <dcterms:modified xsi:type="dcterms:W3CDTF">2026-04-04T04:01:47Z</dcterms:modified>
</cp:coreProperties>
</file>