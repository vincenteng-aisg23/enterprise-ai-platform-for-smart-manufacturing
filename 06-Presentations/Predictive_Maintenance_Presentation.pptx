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942A3E-17F1-480D-9424-91097A655994}" v="4" dt="2026-03-18T01:56:17.5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89" y="27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t Eng" userId="f1a3c6a9471fc779" providerId="LiveId" clId="{A0F74F5D-4B8C-48A2-AA13-E9570755AAA0}"/>
    <pc:docChg chg="undo custSel addSld modSld">
      <pc:chgData name="Vincent Eng" userId="f1a3c6a9471fc779" providerId="LiveId" clId="{A0F74F5D-4B8C-48A2-AA13-E9570755AAA0}" dt="2026-03-18T01:57:56.756" v="55" actId="1076"/>
      <pc:docMkLst>
        <pc:docMk/>
      </pc:docMkLst>
      <pc:sldChg chg="modSp mod">
        <pc:chgData name="Vincent Eng" userId="f1a3c6a9471fc779" providerId="LiveId" clId="{A0F74F5D-4B8C-48A2-AA13-E9570755AAA0}" dt="2026-03-18T01:53:06.639" v="21" actId="27636"/>
        <pc:sldMkLst>
          <pc:docMk/>
          <pc:sldMk cId="0" sldId="256"/>
        </pc:sldMkLst>
        <pc:spChg chg="mod">
          <ac:chgData name="Vincent Eng" userId="f1a3c6a9471fc779" providerId="LiveId" clId="{A0F74F5D-4B8C-48A2-AA13-E9570755AAA0}" dt="2026-03-18T01:53:06.639" v="21" actId="27636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Vincent Eng" userId="f1a3c6a9471fc779" providerId="LiveId" clId="{A0F74F5D-4B8C-48A2-AA13-E9570755AAA0}" dt="2026-03-18T01:49:05.363" v="6" actId="27636"/>
        <pc:sldMkLst>
          <pc:docMk/>
          <pc:sldMk cId="0" sldId="257"/>
        </pc:sldMkLst>
        <pc:spChg chg="mod">
          <ac:chgData name="Vincent Eng" userId="f1a3c6a9471fc779" providerId="LiveId" clId="{A0F74F5D-4B8C-48A2-AA13-E9570755AAA0}" dt="2026-03-18T01:49:05.363" v="6" actId="27636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Vincent Eng" userId="f1a3c6a9471fc779" providerId="LiveId" clId="{A0F74F5D-4B8C-48A2-AA13-E9570755AAA0}" dt="2026-03-18T01:53:05.463" v="18" actId="14100"/>
        <pc:sldMkLst>
          <pc:docMk/>
          <pc:sldMk cId="0" sldId="259"/>
        </pc:sldMkLst>
        <pc:spChg chg="mod">
          <ac:chgData name="Vincent Eng" userId="f1a3c6a9471fc779" providerId="LiveId" clId="{A0F74F5D-4B8C-48A2-AA13-E9570755AAA0}" dt="2026-03-18T01:51:11.680" v="12" actId="20577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Vincent Eng" userId="f1a3c6a9471fc779" providerId="LiveId" clId="{A0F74F5D-4B8C-48A2-AA13-E9570755AAA0}" dt="2026-03-18T01:53:05.463" v="18" actId="14100"/>
          <ac:picMkLst>
            <pc:docMk/>
            <pc:sldMk cId="0" sldId="259"/>
            <ac:picMk id="4" creationId="{E3A4EA0D-EF7C-E9F7-FA59-EF71E7DAC608}"/>
          </ac:picMkLst>
        </pc:picChg>
      </pc:sldChg>
      <pc:sldChg chg="addSp delSp modSp add mod">
        <pc:chgData name="Vincent Eng" userId="f1a3c6a9471fc779" providerId="LiveId" clId="{A0F74F5D-4B8C-48A2-AA13-E9570755AAA0}" dt="2026-03-18T01:57:02.098" v="44" actId="1076"/>
        <pc:sldMkLst>
          <pc:docMk/>
          <pc:sldMk cId="2350043202" sldId="264"/>
        </pc:sldMkLst>
        <pc:spChg chg="mod">
          <ac:chgData name="Vincent Eng" userId="f1a3c6a9471fc779" providerId="LiveId" clId="{A0F74F5D-4B8C-48A2-AA13-E9570755AAA0}" dt="2026-03-18T01:54:42.542" v="35" actId="14100"/>
          <ac:spMkLst>
            <pc:docMk/>
            <pc:sldMk cId="2350043202" sldId="264"/>
            <ac:spMk id="2" creationId="{AC5A5525-95FC-22F6-5673-2C34C5613C43}"/>
          </ac:spMkLst>
        </pc:spChg>
        <pc:spChg chg="del mod">
          <ac:chgData name="Vincent Eng" userId="f1a3c6a9471fc779" providerId="LiveId" clId="{A0F74F5D-4B8C-48A2-AA13-E9570755AAA0}" dt="2026-03-18T01:54:16.915" v="25"/>
          <ac:spMkLst>
            <pc:docMk/>
            <pc:sldMk cId="2350043202" sldId="264"/>
            <ac:spMk id="3" creationId="{55D2DAA4-4650-69AF-BE3C-9A9D21F2624B}"/>
          </ac:spMkLst>
        </pc:spChg>
        <pc:picChg chg="add mod">
          <ac:chgData name="Vincent Eng" userId="f1a3c6a9471fc779" providerId="LiveId" clId="{A0F74F5D-4B8C-48A2-AA13-E9570755AAA0}" dt="2026-03-18T01:57:02.098" v="44" actId="1076"/>
          <ac:picMkLst>
            <pc:docMk/>
            <pc:sldMk cId="2350043202" sldId="264"/>
            <ac:picMk id="4" creationId="{F4459C2F-F8A4-F2DF-4B8B-B8056A420F92}"/>
          </ac:picMkLst>
        </pc:picChg>
      </pc:sldChg>
      <pc:sldChg chg="addSp delSp modSp add mod">
        <pc:chgData name="Vincent Eng" userId="f1a3c6a9471fc779" providerId="LiveId" clId="{A0F74F5D-4B8C-48A2-AA13-E9570755AAA0}" dt="2026-03-18T01:57:56.756" v="55" actId="1076"/>
        <pc:sldMkLst>
          <pc:docMk/>
          <pc:sldMk cId="2759675424" sldId="265"/>
        </pc:sldMkLst>
        <pc:spChg chg="add del mod">
          <ac:chgData name="Vincent Eng" userId="f1a3c6a9471fc779" providerId="LiveId" clId="{A0F74F5D-4B8C-48A2-AA13-E9570755AAA0}" dt="2026-03-18T01:56:17.525" v="43"/>
          <ac:spMkLst>
            <pc:docMk/>
            <pc:sldMk cId="2759675424" sldId="265"/>
            <ac:spMk id="5" creationId="{80574D39-A5A4-4300-4CC9-82A76E07D109}"/>
          </ac:spMkLst>
        </pc:spChg>
        <pc:picChg chg="del">
          <ac:chgData name="Vincent Eng" userId="f1a3c6a9471fc779" providerId="LiveId" clId="{A0F74F5D-4B8C-48A2-AA13-E9570755AAA0}" dt="2026-03-18T01:56:13.442" v="42" actId="478"/>
          <ac:picMkLst>
            <pc:docMk/>
            <pc:sldMk cId="2759675424" sldId="265"/>
            <ac:picMk id="4" creationId="{6F8067C6-0F1A-B74B-B50F-A52FBCAF3708}"/>
          </ac:picMkLst>
        </pc:picChg>
        <pc:picChg chg="add mod">
          <ac:chgData name="Vincent Eng" userId="f1a3c6a9471fc779" providerId="LiveId" clId="{A0F74F5D-4B8C-48A2-AA13-E9570755AAA0}" dt="2026-03-18T01:57:56.756" v="55" actId="1076"/>
          <ac:picMkLst>
            <pc:docMk/>
            <pc:sldMk cId="2759675424" sldId="265"/>
            <ac:picMk id="6" creationId="{548B21A4-C759-4420-943E-DD15328BED7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Predictive Maintenance for Smart Factory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Vincent Eng Ping Choon</a:t>
            </a:r>
          </a:p>
          <a:p>
            <a:r>
              <a:t>Group Head of IT / Digital Transformation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Unplanned downtime is a major cost driver.</a:t>
            </a:r>
          </a:p>
          <a:p>
            <a:r>
              <a:rPr dirty="0"/>
              <a:t>- Reactive maintenance: too late</a:t>
            </a:r>
          </a:p>
          <a:p>
            <a:r>
              <a:rPr dirty="0"/>
              <a:t>- Time-based maintenance: inefficient</a:t>
            </a:r>
          </a:p>
          <a:p>
            <a:endParaRPr dirty="0"/>
          </a:p>
          <a:p>
            <a:r>
              <a:rPr dirty="0"/>
              <a:t>Impact:</a:t>
            </a:r>
          </a:p>
          <a:p>
            <a:r>
              <a:rPr dirty="0"/>
              <a:t>- Production loss</a:t>
            </a:r>
          </a:p>
          <a:p>
            <a:r>
              <a:rPr dirty="0"/>
              <a:t>- High maintenance cost</a:t>
            </a:r>
          </a:p>
          <a:p>
            <a:r>
              <a:rPr dirty="0"/>
              <a:t>- Poor planning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predicts failure risk within 7 days.</a:t>
            </a:r>
          </a:p>
          <a:p>
            <a:endParaRPr/>
          </a:p>
          <a:p>
            <a:r>
              <a:t>- Converts sensor data into insights</a:t>
            </a:r>
          </a:p>
          <a:p>
            <a:r>
              <a:t>- Provides risk score per machine</a:t>
            </a:r>
          </a:p>
          <a:p>
            <a:r>
              <a:t>- Enables maintenance prioritization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Sensors → Data → ML Model → Dashboard → Action</a:t>
            </a:r>
          </a:p>
          <a:p>
            <a:r>
              <a:rPr dirty="0"/>
              <a:t>End-to-end data-driven maintenance pipeline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F8F7D-3264-6B87-213D-49E90D32D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A5525-95FC-22F6-5673-2C34C5613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613" y="-198328"/>
            <a:ext cx="8229600" cy="976094"/>
          </a:xfrm>
        </p:spPr>
        <p:txBody>
          <a:bodyPr/>
          <a:lstStyle/>
          <a:p>
            <a:r>
              <a:rPr lang="en-US" dirty="0"/>
              <a:t>Azure </a:t>
            </a:r>
            <a:r>
              <a:rPr dirty="0"/>
              <a:t>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459C2F-F8A4-F2DF-4B8B-B8056A420F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344" y="573681"/>
            <a:ext cx="8014138" cy="619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043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F5B2B-1B65-080F-5027-DFB455595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ED63D-1904-632F-1F75-7803C875F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613" y="-198328"/>
            <a:ext cx="8229600" cy="976094"/>
          </a:xfrm>
        </p:spPr>
        <p:txBody>
          <a:bodyPr/>
          <a:lstStyle/>
          <a:p>
            <a:r>
              <a:rPr lang="en-US" dirty="0"/>
              <a:t>Azure </a:t>
            </a:r>
            <a:r>
              <a:rPr dirty="0"/>
              <a:t>Architecture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48B21A4-C759-4420-943E-DD15328BE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713" y="2270235"/>
            <a:ext cx="8648574" cy="303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675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- 20–40% reduction in downtime</a:t>
            </a:r>
          </a:p>
          <a:p>
            <a:r>
              <a:t>- 10–30% reduction in maintenance cost</a:t>
            </a:r>
          </a:p>
          <a:p>
            <a:r>
              <a:t>- Improved asset utilization</a:t>
            </a:r>
          </a:p>
          <a:p>
            <a:r>
              <a:t>- Better planning efficiency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Python (Pandas, Scikit-learn)</a:t>
            </a:r>
          </a:p>
          <a:p>
            <a:r>
              <a:t>- Data processing</a:t>
            </a:r>
          </a:p>
          <a:p>
            <a:r>
              <a:t>- Predictive modeling</a:t>
            </a:r>
          </a:p>
          <a:p>
            <a:r>
              <a:t>- Visualization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Supports Industry 4.0 transformation</a:t>
            </a:r>
          </a:p>
          <a:p>
            <a:endParaRPr dirty="0"/>
          </a:p>
          <a:p>
            <a:r>
              <a:rPr dirty="0"/>
              <a:t>- Smart Factory enablement</a:t>
            </a:r>
          </a:p>
          <a:p>
            <a:r>
              <a:rPr dirty="0"/>
              <a:t>- Data-driven operations</a:t>
            </a:r>
          </a:p>
          <a:p>
            <a:r>
              <a:rPr dirty="0"/>
              <a:t>- Operational excellence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IoT integration (real-time data)</a:t>
            </a:r>
          </a:p>
          <a:p>
            <a:r>
              <a:t>- Cloud deployment (Azure)</a:t>
            </a:r>
          </a:p>
          <a:p>
            <a:r>
              <a:t>- Power BI dashboards</a:t>
            </a:r>
          </a:p>
          <a:p>
            <a:r>
              <a:t>- MES / ERP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175</Words>
  <Application>Microsoft Office PowerPoint</Application>
  <PresentationFormat>On-screen Show (4:3)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Predictive Maintenance for Smart Factory</vt:lpstr>
      <vt:lpstr>Business Problem</vt:lpstr>
      <vt:lpstr>Solution Overview</vt:lpstr>
      <vt:lpstr>Architecture</vt:lpstr>
      <vt:lpstr>Azure Architecture</vt:lpstr>
      <vt:lpstr>Azure Architecture</vt:lpstr>
      <vt:lpstr>Business Impact</vt:lpstr>
      <vt:lpstr>Technology Stack</vt:lpstr>
      <vt:lpstr>Strategic Value</vt:lpstr>
      <vt:lpstr>Future Roadmap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Vincent Eng</cp:lastModifiedBy>
  <cp:revision>1</cp:revision>
  <dcterms:created xsi:type="dcterms:W3CDTF">2013-01-27T09:14:16Z</dcterms:created>
  <dcterms:modified xsi:type="dcterms:W3CDTF">2026-03-18T01:58:05Z</dcterms:modified>
  <cp:category/>
</cp:coreProperties>
</file>